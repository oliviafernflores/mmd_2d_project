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96"/>
    <p:restoredTop sz="94662"/>
  </p:normalViewPr>
  <p:slideViewPr>
    <p:cSldViewPr snapToGrid="0" showGuides="1">
      <p:cViewPr>
        <p:scale>
          <a:sx n="80" d="100"/>
          <a:sy n="80" d="100"/>
        </p:scale>
        <p:origin x="1336" y="8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D70EB-18C2-4302-FBA7-A1B8413EC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C559F-0087-8667-C7DC-E6AE8793D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B0D59-635D-5CBD-2D85-99CE5D9E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758B9-F8D9-CA41-D17D-41E1A2BC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E47B4-CD28-CCF6-E05C-3F53E6C2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DDC8C-BB31-CE05-9A53-DBCAA194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CC82-5148-D43C-10E5-79D60903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918F0-002C-1373-CE69-EA693D2E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16727-56DA-6336-6CFB-E1A970AE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7EB3B-82B1-0C3F-2E8A-409DBEAC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4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B802C-4E05-2570-4CCC-58C06FEA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6D226-6B1A-146C-F541-3006F5C65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A0841-93F5-7095-B175-105F4DE4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96378-9CE6-B3A1-C246-47E15755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4BD52-76CB-6D1B-CCDE-FB23EBCA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4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AEBB-6A19-7798-41FA-FD857ABA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84A1B-81A5-9FFB-73DF-193B9ADFE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FB28C-015E-9DDC-1119-1B4DD521A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BB944-4FFD-9F79-50B1-F7D793F8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4A851-C002-BB19-4D15-6A8ABF2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46260-E20F-EEDB-ECBE-BBD96800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8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7CF0-11C3-44B8-FD87-AF1282FB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07823-639D-F759-C97C-023EA4A2E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D1FAE-FE2A-B5C4-D923-20E1E9C56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414C5-605B-2844-CD2E-7A44431BA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AB02B-947D-A336-4576-6C130DA89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A27239-DB6B-9CF3-76F4-EB7F8493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2D6DD-8ABA-494F-4619-FE14AD67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EB328-3DB6-4C2A-8D83-C0793F9C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2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0A46-5755-80EE-7B34-3AD7BBDE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45FF7-8BA7-C152-83BA-DEE0E4CD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451CB-4AC7-7C7B-7125-743F6406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BACAD-8207-238F-846C-1382D81C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5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42919-E02F-A8DD-7812-DC793340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67A6A-3D15-BE1D-0A48-FCC3B266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277C2-FE08-6997-84F3-9432A4C1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E6FF-8934-CA68-5627-E0A48F1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16343-05AA-6521-54E7-DCFB95A1A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FCCD2-1CCD-7BE1-CDC3-18A1D9741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8788A-4C19-8839-5433-2883ED96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9EDFD-D5AC-EA21-5759-6DB927F6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4AA3D-785F-A41A-3299-FEFA01EA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7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0D4B-47D9-63BF-D8C5-535DB258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5BDAC-D84C-0B3C-0EAF-40D606FA3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15625-14E5-7FE8-DEAD-994B4B387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C2FC-635A-BACF-9DFB-D18E8B97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39D27-77FE-2436-9FE5-0CC88C5B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56880-B2E6-A7F5-AB13-F5CFFD94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3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B029-D468-26A5-A22B-FF13DCFD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4802E-FA7C-2F46-E3A6-7956901DE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4884B-B064-D206-CC5A-CBFC0ABF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62202-1525-4808-86E6-85524C3D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F338B-16F9-7734-D2A4-447F3825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0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66D31-A499-18D7-ECAC-F20A0051D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A1F18-ACD2-9AB8-7E05-DC79361B6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D531F-AF41-4EFE-EFE3-C8DFD88A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4C9D-67A6-2B62-6581-BE694F9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61C70-4CF8-FA9A-F27E-0DFD415F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BD7A4-E604-939D-C4BD-0047BDBB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811CD-2629-BA36-24F9-74CA381B6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AF0C3-4EAA-93CD-5073-5341D26C5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C6932-8B46-4F45-B81B-83310C7C5BAF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596A-C53D-04AE-2A86-3F6FAD9CC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A61F9-385C-F85B-5C94-FB7FCABDC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5C896-BBE1-0945-AA0B-B7FD1386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9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7F2729-074B-1234-DA21-092D1E172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1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10894-EA6D-0B06-1F59-F6C6BDF5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6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D30C5-5DA9-2658-891A-ADFAF9D5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F16E9-B94B-69D4-C8B7-FE6348CF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8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CCF9A2-5107-2DF8-2CFE-B10473EE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77F29-57E4-9E34-AE98-492AF021C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D1ED5-D0EC-168B-87CD-0499CEE56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2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8F8E4-2698-3790-C866-199D564F0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DCB4A-950E-FD3B-C96E-DB96BF828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88952" cy="53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70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FC9D2-BB03-6147-D549-169119CDA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7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5</cp:revision>
  <dcterms:created xsi:type="dcterms:W3CDTF">2025-04-02T21:13:40Z</dcterms:created>
  <dcterms:modified xsi:type="dcterms:W3CDTF">2025-04-04T15:21:32Z</dcterms:modified>
</cp:coreProperties>
</file>